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solidFill>
            <a:srgbClr val="3F3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✈ TravelBot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AI-POWERED FLIGHT AND HOTEL
BOOKING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F59E0B"/>
                </a:solidFill>
                <a:latin typeface="Calibri"/>
              </a:rPr>
              <a:t>— A Python Full-Stack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8463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Submitted by:  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34924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Roll No. / Reg. No.:  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85216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Department:  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35508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Guide:  ___________________________      Year: ____–____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_____________________________________ (Name of College / Institute)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📋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What this presentation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1. Introduction and motivation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2. Problem statement and objectives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3. System overview &amp; architecture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4. Technology stack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5. Key features and modules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6. NLP chatbot engine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7. Database design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8. Admin dashboard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9. Implementation highlights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10. Testing &amp; results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11. Future enhancements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4F46E5"/>
                </a:solidFill>
              </a:rPr>
              <a:t>●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12.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🌍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Why we built TravelBot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"/>
              </a:rPr>
              <a:t>Traditional travel booking sites are form-heavy and slow.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4F46E5"/>
                </a:solidFill>
              </a:rPr>
              <a:t>● </a:t>
            </a:r>
            <a:r>
              <a:rPr sz="2000" b="1" i="0">
                <a:solidFill>
                  <a:srgbClr val="1F2937"/>
                </a:solidFill>
                <a:latin typeface="Calibri"/>
              </a:rPr>
              <a:t>Users today expect: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conversational, fast, mobile-friendly booking.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4F46E5"/>
                </a:solidFill>
              </a:rPr>
              <a:t>● </a:t>
            </a:r>
            <a:r>
              <a:rPr sz="2000" b="1" i="0">
                <a:solidFill>
                  <a:srgbClr val="1F2937"/>
                </a:solidFill>
                <a:latin typeface="Calibri"/>
              </a:rPr>
              <a:t>Existing OTAs: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rely on multiple filters, dropdowns and pages.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4F46E5"/>
                </a:solidFill>
              </a:rPr>
              <a:t>● </a:t>
            </a:r>
            <a:r>
              <a:rPr sz="2000" b="1" i="0">
                <a:solidFill>
                  <a:srgbClr val="1F2937"/>
                </a:solidFill>
                <a:latin typeface="Calibri"/>
              </a:rPr>
              <a:t>Our goal: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combine the proven OTA workflow with a smart AI chatbot.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4F46E5"/>
                </a:solidFill>
              </a:rPr>
              <a:t>● </a:t>
            </a:r>
            <a:r>
              <a:rPr sz="2000" b="1" i="0">
                <a:solidFill>
                  <a:srgbClr val="1F2937"/>
                </a:solidFill>
                <a:latin typeface="Calibri"/>
              </a:rPr>
              <a:t>Our product: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TravelBot — a single Django web platform where users can chat naturally OR use forms to book flights &amp; hotels.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Calibri"/>
              </a:rPr>
              <a:t>💡 “Just tell our chatbot what you need — find flights from Delhi to Goa tomorrow under ₹6000 — and book in seconds.”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🎯 Problem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Form-heavy UI on existing OTAs.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Hard to compare across providers.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No real conversational interface.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No unified loyalty &amp; review system.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B91C1C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Mobile users get a confusing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  <a:latin typeface="Calibri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Build an intelligent NLP chatbot.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Provide end-to-end booking workflow.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Add reviews, wishlist, coupons, loyalty.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Deliver PDF e-tickets and notifications.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5803D"/>
                </a:solidFill>
              </a:rPr>
              <a:t>●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Separate admin dashboard with CRUD.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🏛️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914400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HTML5 · CSS3 · Bootstrap 5 · Chart.js · Web Speech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231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Calibri"/>
              </a:rPr>
              <a:t>⬇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697480"/>
            <a:ext cx="9144000" cy="9601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5468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Django Views · URL Routing · Forms · NLP Engine (NLTK)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6576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Calibri"/>
              </a:rPr>
              <a:t>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31920"/>
            <a:ext cx="9144000" cy="96012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9776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3891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Django ORM · Model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8920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1F2937"/>
                </a:solidFill>
                <a:latin typeface="Calibri"/>
              </a:rPr>
              <a:t>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166360"/>
            <a:ext cx="9144000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2120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2356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SQLite (relational, ACID, file-based)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⚙️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HTML5 · CSS3 · JavaScript · Bootstrap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Python 3.10+ · Django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SQLite (zero-config, file-based)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83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AI / NLP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NLTK + custom rule-based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463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554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65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Chart.js for admin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606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606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697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08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reportlab — e-ticket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749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749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840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251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Web Speech API (browser-native)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892040"/>
            <a:ext cx="5212080" cy="9601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892040"/>
            <a:ext cx="137160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9834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3949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Django built-in (PBKDF2 hashing)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🧩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👤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Register / login / profile · Loyalty tier · Referral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🎫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2316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Search flights &amp; hotels · Reviews · Wishlist · Cancel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💳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4612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Dummy gateway (Card / UPI / NB / Wallet) · Insurance addon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🤖 Chatbot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6908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NLP intent + entity extraction · Voice input · Rich cards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🏆 Loyalty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92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Earn 1pt/₹100 · Redeem 1pt = ₹1 · 4-tier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150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🛠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71500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CRUD flights / hotels / users / bookings / coupons ·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🤖 NLP Chatbot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Two-step pipeline: Intent classification → Entity extraction.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Intents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greet, goodbye, thanks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search_flight, search_hotel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recommend, show_bookings, cancel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promo, loyalty, wishlist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help,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Calibri"/>
              </a:rPr>
              <a:t>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origin, destination (Indian cities)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departure_date (tomorrow / 25 Dec / next Fri)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passengers, rooms, guests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cabin_class (economy / business / first)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●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min_stars (1–5), budget (under ₹X)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1">
                <a:solidFill>
                  <a:srgbClr val="1F2937"/>
                </a:solidFill>
                <a:latin typeface="Calibri"/>
              </a:rPr>
              <a:t>🎤 Voice input via Web Speech API · Rich card responses · Conversation history stored per user/session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🗄️ 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65760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0" y="1371600"/>
            <a:ext cx="731520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7040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74520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Built-in Django 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258568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258568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04288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UserProfile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04288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Phone, address, loyalty_points, referral_code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42616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642616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688336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Flight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88336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Airline, route, schedule, price, seats_available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26664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026664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072384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Hotel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072384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Name, city, stars, amenities, rooms_available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10712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410712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456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456432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Reference, type, total, status, coupon, insurance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794760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3794760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84048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Payment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840480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Method, transaction_id,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178808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178808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224528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Coupon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224528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code, percent/flat, validity, usage limit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562856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4562856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608576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HotelReview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608576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rating, comment, is_verified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946904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4946904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992624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WishlistItem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992624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flight / hotel saved by 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330952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97680" y="5330952"/>
            <a:ext cx="7315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37667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Notification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5376672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type, title, message, is_read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715000"/>
            <a:ext cx="36576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0" y="5715000"/>
            <a:ext cx="7315200" cy="384048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760720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ChatSession/Message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5760720"/>
            <a:ext cx="7040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Conversation context + history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✨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NLP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2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Natural language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3716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1732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Voice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7452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Web Speech API mic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716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41732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PDF E-Ticket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7452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Auto-generated PDFs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28016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28016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3716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141732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87452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1-5 star ratings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0604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0604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6974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❤️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Wishlist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2004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Save favourites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60604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260604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26974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🎟️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Promo Codes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2004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% or ₹ flat 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60604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60604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6974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Loyalty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2004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Earn + redeem points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60604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260604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26974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🛡️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274320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Insurance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32004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Optional 5 % addon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3192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93192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0233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406908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45262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Booking &amp; promo alerts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37560" y="393192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37560" y="393192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11880" y="40233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406908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Dark Mode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45262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Theme toggle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93192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393192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40233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406908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Currency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5262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INR ↔ USD/EUR/etc.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98280" y="3931920"/>
            <a:ext cx="283464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98280" y="3931920"/>
            <a:ext cx="137160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2600" y="40233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 i="0">
                <a:solidFill>
                  <a:srgbClr val="1F2937"/>
                </a:solidFill>
                <a:latin typeface="Calibri"/>
              </a:rPr>
              <a:t>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406908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Newsletter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45262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Footer signup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🛠 Admin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Strictly separated from customer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Hidden customer features for admins: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no chatbot widget, no booking, no wishlist.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Full CRUD: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Flights, Hotels, Coupons (with auto-broadcast notifications).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User management: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activate/deactivate, toggle staff, delete (non-superuser).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Booking control: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filter, search, change status (notifies user), delete.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Communications: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Contact-message inbox and newsletter subscriber list.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</a:rPr>
              <a:t>● </a:t>
            </a:r>
            <a:r>
              <a:rPr sz="1800" b="1" i="0">
                <a:solidFill>
                  <a:srgbClr val="1F2937"/>
                </a:solidFill>
                <a:latin typeface="Calibri"/>
              </a:rPr>
              <a:t>Reports: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30-day revenue trend chart, top customers, average booking value, coupon usage.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⚙️ 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Django app structure: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4 apps (accounts, booking, chatbot, dashboard) for separation of concerns.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Atomic transactions: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payment + inventory + loyalty updates wrapped in transaction.atomic().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AJAX for checkout: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coupon, insurance, loyalty are applied without page reload.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CSRF protection: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enabled on every form and JSON endpoint.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Template tags: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custom notifications and booking_extras filters.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PDF generation: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reportlab Platypus templates with status badge, route blocks, price breakdown.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Auto-seed: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one command (seed_data) creates 1500+ flights, 22 hotels, 5 coupons, demo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🧪 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5803D"/>
                </a:solidFill>
                <a:latin typeface="Calibri"/>
              </a:rPr>
              <a:t>20 test cases executed across all modules — 100 % pass.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Tests passing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031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95 %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80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Chatbot entity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031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&lt;200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880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PDF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1537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Sample flights seeded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4747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5661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519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Sample hotels seeded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474720"/>
            <a:ext cx="3657600" cy="12801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2519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B7280"/>
                </a:solidFill>
                <a:latin typeface="Calibri"/>
              </a:rPr>
              <a:t>Sample promo codes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🚀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Live APIs: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Integrate Amadeus / Skyscanner / Booking.com.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LLM fallback: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Route ambiguous queries to OpenAI / Anthropic.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Multi-language: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Hindi, French, Spanish, German via Django i18n.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Real payments: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Razorpay / Stripe / PayU with webhook verification.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Mobile app: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React Native / Flutter wrapper.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Notifications: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Email (SendGrid) + SMS (Twilio).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Personalisation: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Collaborative-filtering recommendations.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More modes: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Buses, trains, cabs, holiday packages.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●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CI/CD: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GitHub Actions auto-deploy to Render / Railway.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TravelBot · AI-Powered Flight &amp; Hotel Booking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Slide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solidFill>
            <a:srgbClr val="3F3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✅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</a:rPr>
              <a:t>TravelBot demonstrates how Python Full-Stack + NLP can simplify travel planning into a single conversational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  <a:latin typeface="Calibri"/>
              </a:rPr>
              <a:t>Complete end-to-end booking · Chatbot · Reviews · Wishlist · Loyalty · PDF tickets · Admin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Thank You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